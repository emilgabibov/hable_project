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450c9c7ee741bd" /><Relationship Type="http://schemas.openxmlformats.org/officeDocument/2006/relationships/extended-properties" Target="/docProps/app.xml" Id="Rbe1e6fe215f54996" /><Relationship Type="http://schemas.openxmlformats.org/officeDocument/2006/relationships/officeDocument" Target="/ppt/presentation.xml" Id="Rf75f2a3160b74eec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53c85f6621a84190"/>
  </p:sldMasterIdLst>
  <p:notesMasterIdLst>
    <p:notesMasterId xmlns:r="http://schemas.openxmlformats.org/officeDocument/2006/relationships" r:id="R07e94a4675bb4f98"/>
  </p:notesMasterIdLst>
  <p:sldIdLst>
    <p:sldId xmlns:r="http://schemas.openxmlformats.org/officeDocument/2006/relationships" id="256" r:id="Re61fb5076ca747fa"/>
  </p:sldIdLst>
  <p:sldSz cx="12192000" cy="6858000"/>
  <p:notesSz cx="6858000" cy="9144000"/>
  <p:embeddedFontLst>
    <p:embeddedFont>
      <p:font typeface="Lora Medium"/>
      <p:regular xmlns:r="http://schemas.openxmlformats.org/officeDocument/2006/relationships" r:id="R11b9f65adaba409d"/>
      <p:italic xmlns:r="http://schemas.openxmlformats.org/officeDocument/2006/relationships" r:id="Ra3f112e9d5584994"/>
    </p:embeddedFont>
    <p:embeddedFont>
      <p:font typeface="Lora SemiBold"/>
      <p:regular xmlns:r="http://schemas.openxmlformats.org/officeDocument/2006/relationships" r:id="Rf28f219f43cf42cf"/>
      <p:bold xmlns:r="http://schemas.openxmlformats.org/officeDocument/2006/relationships" r:id="Rfd2d6f8b756742aa"/>
      <p:italic xmlns:r="http://schemas.openxmlformats.org/officeDocument/2006/relationships" r:id="R983f8e2a609d43dd"/>
      <p:boldItalic xmlns:r="http://schemas.openxmlformats.org/officeDocument/2006/relationships" r:id="Re412cc599ffb4833"/>
    </p:embeddedFont>
    <p:embeddedFont>
      <p:font typeface="OpenAI Sans"/>
      <p:regular xmlns:r="http://schemas.openxmlformats.org/officeDocument/2006/relationships" r:id="R8a98a4a2f77f452a"/>
      <p:bold xmlns:r="http://schemas.openxmlformats.org/officeDocument/2006/relationships" r:id="R42974c32976f4b43"/>
      <p:italic xmlns:r="http://schemas.openxmlformats.org/officeDocument/2006/relationships" r:id="Rb672931cf00143bb"/>
      <p:boldItalic xmlns:r="http://schemas.openxmlformats.org/officeDocument/2006/relationships" r:id="R3b27f828d1d34a35"/>
    </p:embeddedFont>
    <p:embeddedFont>
      <p:font typeface="Roboto"/>
      <p:regular xmlns:r="http://schemas.openxmlformats.org/officeDocument/2006/relationships" r:id="R1890b63362ae42ba"/>
      <p:bold xmlns:r="http://schemas.openxmlformats.org/officeDocument/2006/relationships" r:id="Ra1f84c969172434d"/>
      <p:italic xmlns:r="http://schemas.openxmlformats.org/officeDocument/2006/relationships" r:id="Rf68d04ba9aa44a90"/>
      <p:boldItalic xmlns:r="http://schemas.openxmlformats.org/officeDocument/2006/relationships" r:id="R510a755eeaad49ee"/>
    </p:embeddedFont>
    <p:embeddedFont>
      <p:font typeface="Roboto Medium"/>
      <p:regular xmlns:r="http://schemas.openxmlformats.org/officeDocument/2006/relationships" r:id="R4aad6a6695ce4a07"/>
      <p:italic xmlns:r="http://schemas.openxmlformats.org/officeDocument/2006/relationships" r:id="Rc2d01e6221c34495"/>
    </p:embeddedFont>
    <p:embeddedFont>
      <p:font typeface="Roboto SemiBold"/>
      <p:regular xmlns:r="http://schemas.openxmlformats.org/officeDocument/2006/relationships" r:id="R9a6ce143c70141d5"/>
      <p:bold xmlns:r="http://schemas.openxmlformats.org/officeDocument/2006/relationships" r:id="Rfd4b8d131f7a4a74"/>
      <p:italic xmlns:r="http://schemas.openxmlformats.org/officeDocument/2006/relationships" r:id="Rf080ab9f05d94862"/>
      <p:boldItalic xmlns:r="http://schemas.openxmlformats.org/officeDocument/2006/relationships" r:id="R02308cf06b1949c1"/>
    </p:embeddedFont>
    <p:embeddedFont>
      <p:font typeface="Roboto Serif 14pt"/>
      <p:regular xmlns:r="http://schemas.openxmlformats.org/officeDocument/2006/relationships" r:id="R1d9983d24fbe4365"/>
      <p:bold xmlns:r="http://schemas.openxmlformats.org/officeDocument/2006/relationships" r:id="Rb746400c68054efb"/>
      <p:italic xmlns:r="http://schemas.openxmlformats.org/officeDocument/2006/relationships" r:id="R1763c1c84d1c4f1c"/>
      <p:boldItalic xmlns:r="http://schemas.openxmlformats.org/officeDocument/2006/relationships" r:id="R686f2e6ca3224bfb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9811e7295d4f36" /><Relationship Type="http://schemas.openxmlformats.org/officeDocument/2006/relationships/slideMaster" Target="/ppt/slideMasters/slideMaster1.xml" Id="R53c85f6621a84190" /><Relationship Type="http://schemas.openxmlformats.org/officeDocument/2006/relationships/notesMaster" Target="/ppt/notesMasters/notesMaster1.xml" Id="R07e94a4675bb4f98" /><Relationship Type="http://schemas.openxmlformats.org/officeDocument/2006/relationships/presProps" Target="/ppt/presProps.xml" Id="Ra08b36bce33f4147" /><Relationship Type="http://schemas.openxmlformats.org/officeDocument/2006/relationships/viewProps" Target="/ppt/viewProps.xml" Id="R2ecc3796d85d414e" /><Relationship Type="http://schemas.openxmlformats.org/officeDocument/2006/relationships/tableStyles" Target="/ppt/tableStyles.xml" Id="Re2adf07d8b99453c" /><Relationship Type="http://schemas.openxmlformats.org/officeDocument/2006/relationships/font" Target="/ppt/fonts/font.dat" Id="R11b9f65adaba409d" /><Relationship Type="http://schemas.openxmlformats.org/officeDocument/2006/relationships/font" Target="/ppt/fonts/font2.dat" Id="Ra3f112e9d5584994" /><Relationship Type="http://schemas.openxmlformats.org/officeDocument/2006/relationships/font" Target="/ppt/fonts/font3.dat" Id="Rf28f219f43cf42cf" /><Relationship Type="http://schemas.openxmlformats.org/officeDocument/2006/relationships/font" Target="/ppt/fonts/font4.dat" Id="Rfd2d6f8b756742aa" /><Relationship Type="http://schemas.openxmlformats.org/officeDocument/2006/relationships/font" Target="/ppt/fonts/font5.dat" Id="R983f8e2a609d43dd" /><Relationship Type="http://schemas.openxmlformats.org/officeDocument/2006/relationships/font" Target="/ppt/fonts/font6.dat" Id="Re412cc599ffb4833" /><Relationship Type="http://schemas.openxmlformats.org/officeDocument/2006/relationships/font" Target="/ppt/fonts/font7.dat" Id="R8a98a4a2f77f452a" /><Relationship Type="http://schemas.openxmlformats.org/officeDocument/2006/relationships/font" Target="/ppt/fonts/font8.dat" Id="R42974c32976f4b43" /><Relationship Type="http://schemas.openxmlformats.org/officeDocument/2006/relationships/font" Target="/ppt/fonts/font9.dat" Id="Rb672931cf00143bb" /><Relationship Type="http://schemas.openxmlformats.org/officeDocument/2006/relationships/font" Target="/ppt/fonts/font10.dat" Id="R3b27f828d1d34a35" /><Relationship Type="http://schemas.openxmlformats.org/officeDocument/2006/relationships/font" Target="/ppt/fonts/font11.dat" Id="R1890b63362ae42ba" /><Relationship Type="http://schemas.openxmlformats.org/officeDocument/2006/relationships/font" Target="/ppt/fonts/font12.dat" Id="Ra1f84c969172434d" /><Relationship Type="http://schemas.openxmlformats.org/officeDocument/2006/relationships/font" Target="/ppt/fonts/font13.dat" Id="Rf68d04ba9aa44a90" /><Relationship Type="http://schemas.openxmlformats.org/officeDocument/2006/relationships/font" Target="/ppt/fonts/font14.dat" Id="R510a755eeaad49ee" /><Relationship Type="http://schemas.openxmlformats.org/officeDocument/2006/relationships/font" Target="/ppt/fonts/font15.dat" Id="R4aad6a6695ce4a07" /><Relationship Type="http://schemas.openxmlformats.org/officeDocument/2006/relationships/font" Target="/ppt/fonts/font16.dat" Id="Rc2d01e6221c34495" /><Relationship Type="http://schemas.openxmlformats.org/officeDocument/2006/relationships/font" Target="/ppt/fonts/font17.dat" Id="R9a6ce143c70141d5" /><Relationship Type="http://schemas.openxmlformats.org/officeDocument/2006/relationships/font" Target="/ppt/fonts/font18.dat" Id="Rfd4b8d131f7a4a74" /><Relationship Type="http://schemas.openxmlformats.org/officeDocument/2006/relationships/font" Target="/ppt/fonts/font19.dat" Id="Rf080ab9f05d94862" /><Relationship Type="http://schemas.openxmlformats.org/officeDocument/2006/relationships/font" Target="/ppt/fonts/font20.dat" Id="R02308cf06b1949c1" /><Relationship Type="http://schemas.openxmlformats.org/officeDocument/2006/relationships/font" Target="/ppt/fonts/font21.dat" Id="R1d9983d24fbe4365" /><Relationship Type="http://schemas.openxmlformats.org/officeDocument/2006/relationships/font" Target="/ppt/fonts/font22.dat" Id="Rb746400c68054efb" /><Relationship Type="http://schemas.openxmlformats.org/officeDocument/2006/relationships/font" Target="/ppt/fonts/font23.dat" Id="R1763c1c84d1c4f1c" /><Relationship Type="http://schemas.openxmlformats.org/officeDocument/2006/relationships/font" Target="/ppt/fonts/font24.dat" Id="R686f2e6ca3224bfb" /><Relationship Type="http://schemas.openxmlformats.org/officeDocument/2006/relationships/slide" Target="/ppt/slides/slide1.xml" Id="Re61fb5076ca747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6489cb091942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01d44358424000" /><Relationship Type="http://schemas.openxmlformats.org/officeDocument/2006/relationships/notesMaster" Target="/ppt/notesMasters/notesMaster1.xml" Id="R349a81625f7042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85ec75e1684b2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d339329eba49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1e3bd0337246f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0e7ef4b33f486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149bb036e5448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52ef9734a14d9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290fafb1c8484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5b28a1111c49ff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latin typeface="Lora SemiBold"/>
                <a:ea typeface="Lora SemiBold"/>
                <a:cs typeface="Lora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129411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87051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4930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46664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736176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875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29b7a4dfd948dc" /><Relationship Type="http://schemas.openxmlformats.org/officeDocument/2006/relationships/slideLayout" Target="/ppt/slideLayouts/slideLayout1.xml" Id="R108c82160100409e" /><Relationship Type="http://schemas.openxmlformats.org/officeDocument/2006/relationships/slideLayout" Target="/ppt/slideLayouts/slideLayout2.xml" Id="R40c89b45156f464a" /><Relationship Type="http://schemas.openxmlformats.org/officeDocument/2006/relationships/slideLayout" Target="/ppt/slideLayouts/slideLayout3.xml" Id="R6339c2f2f7bf44d7" /><Relationship Type="http://schemas.openxmlformats.org/officeDocument/2006/relationships/slideLayout" Target="/ppt/slideLayouts/slideLayout4.xml" Id="Ra5b4931ee55849a6" /><Relationship Type="http://schemas.openxmlformats.org/officeDocument/2006/relationships/slideLayout" Target="/ppt/slideLayouts/slideLayout5.xml" Id="R4f49b806ee124a19" /><Relationship Type="http://schemas.openxmlformats.org/officeDocument/2006/relationships/slideLayout" Target="/ppt/slideLayouts/slideLayout6.xml" Id="R3867cc71a2e24421" /><Relationship Type="http://schemas.openxmlformats.org/officeDocument/2006/relationships/slideLayout" Target="/ppt/slideLayouts/slideLayout7.xml" Id="Rccc29ffc68bf4a84" /><Relationship Type="http://schemas.openxmlformats.org/officeDocument/2006/relationships/slideLayout" Target="/ppt/slideLayouts/slideLayout8.xml" Id="R7c3305fb4178406b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311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8c82160100409e"/>
    <p:sldLayoutId xmlns:r="http://schemas.openxmlformats.org/officeDocument/2006/relationships" id="2147483650" r:id="R40c89b45156f464a"/>
    <p:sldLayoutId xmlns:r="http://schemas.openxmlformats.org/officeDocument/2006/relationships" id="2147483651" r:id="R6339c2f2f7bf44d7"/>
    <p:sldLayoutId xmlns:r="http://schemas.openxmlformats.org/officeDocument/2006/relationships" id="2147483652" r:id="Ra5b4931ee55849a6"/>
    <p:sldLayoutId xmlns:r="http://schemas.openxmlformats.org/officeDocument/2006/relationships" id="2147483653" r:id="R4f49b806ee124a19"/>
    <p:sldLayoutId xmlns:r="http://schemas.openxmlformats.org/officeDocument/2006/relationships" id="2147483654" r:id="R3867cc71a2e24421"/>
    <p:sldLayoutId xmlns:r="http://schemas.openxmlformats.org/officeDocument/2006/relationships" id="2147483655" r:id="Rccc29ffc68bf4a84"/>
    <p:sldLayoutId xmlns:r="http://schemas.openxmlformats.org/officeDocument/2006/relationships" id="2147483656" r:id="R7c3305fb4178406b"/>
  </p:sldLayoutIdLst>
  <p:hf hdr="0" dt="0"/>
  <p:txStyles>
    <p:titleStyle>
      <a:lvl1pPr xmlns:a="http://schemas.openxmlformats.org/drawingml/2006/main" algn="l">
        <a:lnSpc>
          <a:spcPct val="90000"/>
        </a:lnSpc>
        <a:buNone/>
        <a:defRPr sz="2900" b="1" i="0">
          <a:solidFill>
            <a:schemeClr val="tx1"/>
          </a:solidFill>
          <a:latin typeface="Lora SemiBold"/>
          <a:ea typeface="Lora SemiBold"/>
          <a:cs typeface="Lora SemiBold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520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3234d7a22b4011" /><Relationship Type="http://schemas.openxmlformats.org/officeDocument/2006/relationships/notesSlide" Target="/ppt/notesSlides/notesSlide1.xml" Id="R10542df8755a4aa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8499D35-F61B-DF1C-10A6-EA04E8D006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Hable development path to investor readiness</a:t>
            </a:r>
          </a:p>
        </p:txBody>
      </p:sp>
      <p:graphicFrame>
        <p:nvGraphicFramePr>
          <p:cNvPr id="536" name="Google Shape;953;p80"/>
          <p:cNvGraphicFramePr/>
          <p:nvPr/>
        </p:nvGraphicFramePr>
        <p:xfrm>
          <a:off xmlns:a="http://schemas.openxmlformats.org/drawingml/2006/main" x="393699" y="1379875"/>
          <a:ext xmlns:a="http://schemas.openxmlformats.org/drawingml/2006/main" cx="11404600" cy="4614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0920"/>
                <a:gridCol w="2280920"/>
                <a:gridCol w="2280920"/>
                <a:gridCol w="2280920"/>
                <a:gridCol w="2280920"/>
              </a:tblGrid>
              <a:tr h="46145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Jul 8</a:t>
                      </a:r>
                    </a:p>
                  </a:txBody>
                  <a:tcPr marL="137150" marR="91425" marT="0" marB="91425">
                    <a:lnL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Jul 9</a:t>
                      </a:r>
                    </a:p>
                  </a:txBody>
                  <a:tcPr marL="137150" marR="91425" marT="0" marB="91425">
                    <a:lnL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Jul 10–11</a:t>
                      </a:r>
                    </a:p>
                  </a:txBody>
                  <a:tcPr marL="137150" marR="91425" marT="0" marB="91425">
                    <a:lnL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Jul 12–14</a:t>
                      </a:r>
                    </a:p>
                  </a:txBody>
                  <a:tcPr marL="137150" marR="91425" marT="0" marB="91425">
                    <a:lnL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Jul 15+</a:t>
                      </a:r>
                    </a:p>
                  </a:txBody>
                  <a:tcPr marL="137150" marR="91425" marT="0" marB="91425">
                    <a:lnL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Google Shape;955;p80">
            <a:extLst xmlns:a="http://schemas.openxmlformats.org/drawingml/2006/main">
              <a:ext uri="{FF2B5EF4-FFF2-40B4-BE49-F238E27FC236}">
                <a16:creationId xmlns:a16="http://schemas.microsoft.com/office/drawing/2014/main" id="{EA32D89C-6778-2FE2-6D40-ABA6EAAD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718" y="4107740"/>
            <a:ext cx="4562665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chemeClr val="bg2"/>
                </a:solidFill>
                <a:latin typeface="Roboto Medium"/>
                <a:ea typeface="Roboto Medium"/>
                <a:cs typeface="Roboto Medium"/>
              </a:rPr>
              <a:t>Retention &amp; lifecycle</a:t>
            </a:r>
          </a:p>
        </p:txBody>
      </p:sp>
      <p:sp>
        <p:nvSpPr>
          <p:cNvPr id="6" name="Google Shape;957;p80">
            <a:extLst xmlns:a="http://schemas.openxmlformats.org/drawingml/2006/main">
              <a:ext uri="{FF2B5EF4-FFF2-40B4-BE49-F238E27FC236}">
                <a16:creationId xmlns:a16="http://schemas.microsoft.com/office/drawing/2014/main" id="{D5359B3A-662D-9283-F7D8-9D5DCD65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93" y="5478390"/>
            <a:ext cx="11026708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 w="12700">
            <a:solidFill>
              <a:schemeClr val="accent1"/>
            </a:solidFill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Investor demo gate</a:t>
            </a:r>
          </a:p>
        </p:txBody>
      </p:sp>
      <p:sp>
        <p:nvSpPr>
          <p:cNvPr id="7" name="Google Shape;960;p80">
            <a:extLst xmlns:a="http://schemas.openxmlformats.org/drawingml/2006/main">
              <a:ext uri="{FF2B5EF4-FFF2-40B4-BE49-F238E27FC236}">
                <a16:creationId xmlns:a16="http://schemas.microsoft.com/office/drawing/2014/main" id="{2293B6C0-CD6E-C9F0-68F7-73F7B726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2794" y="4754965"/>
            <a:ext cx="4088008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chemeClr val="bg2"/>
                </a:solidFill>
                <a:latin typeface="Roboto Medium"/>
                <a:ea typeface="Roboto Medium"/>
                <a:cs typeface="Roboto Medium"/>
              </a:rPr>
              <a:t>Reliability &amp; release</a:t>
            </a:r>
          </a:p>
        </p:txBody>
      </p:sp>
      <p:sp>
        <p:nvSpPr>
          <p:cNvPr id="8" name="Google Shape;963;p80">
            <a:extLst xmlns:a="http://schemas.openxmlformats.org/drawingml/2006/main">
              <a:ext uri="{FF2B5EF4-FFF2-40B4-BE49-F238E27FC236}">
                <a16:creationId xmlns:a16="http://schemas.microsoft.com/office/drawing/2014/main" id="{0F4F3439-EC29-4518-4A3E-7436F857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68" y="3403140"/>
            <a:ext cx="8790833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chemeClr val="bg2"/>
                </a:solidFill>
                <a:latin typeface="Roboto Medium"/>
                <a:ea typeface="Roboto Medium"/>
                <a:cs typeface="Roboto Medium"/>
              </a:rPr>
              <a:t>Social engagement</a:t>
            </a:r>
          </a:p>
        </p:txBody>
      </p:sp>
      <p:sp>
        <p:nvSpPr>
          <p:cNvPr id="9" name="Google Shape;966;p80">
            <a:extLst xmlns:a="http://schemas.openxmlformats.org/drawingml/2006/main">
              <a:ext uri="{FF2B5EF4-FFF2-40B4-BE49-F238E27FC236}">
                <a16:creationId xmlns:a16="http://schemas.microsoft.com/office/drawing/2014/main" id="{1D07E5FD-0BEC-93D6-2CF5-BC908A51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68" y="2698515"/>
            <a:ext cx="6408538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chemeClr val="bg2"/>
                </a:solidFill>
                <a:latin typeface="Roboto Medium"/>
                <a:ea typeface="Roboto Medium"/>
                <a:cs typeface="Roboto Medium"/>
              </a:rPr>
              <a:t>Core product loop</a:t>
            </a:r>
          </a:p>
        </p:txBody>
      </p:sp>
      <p:sp>
        <p:nvSpPr>
          <p:cNvPr id="10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0AB147C5-D3F9-0847-C2A5-2A90154B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93" y="1975090"/>
            <a:ext cx="4185180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chemeClr val="bg2"/>
                </a:solidFill>
                <a:latin typeface="Roboto Medium"/>
                <a:ea typeface="Roboto Medium"/>
                <a:cs typeface="Roboto Medium"/>
              </a:rPr>
              <a:t>Foundation</a:t>
            </a:r>
          </a:p>
        </p:txBody>
      </p:sp>
    </p:spTree>
    <p:extLst>
      <p:ext uri="{BB962C8B-B14F-4D97-AF65-F5344CB8AC3E}">
        <p14:creationId xmlns:p14="http://schemas.microsoft.com/office/powerpoint/2010/main" val="2435171538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2026-07-15T12:10:30.5940000Z</dcterms:created>
  <dcterms:modified xsi:type="dcterms:W3CDTF">2026-07-15T12:10:30.5940000Z</dcterms:modified>
</coreProperties>
</file>